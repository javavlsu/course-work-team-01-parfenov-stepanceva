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25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19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7772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3B7BFF"/>
          </a:solidFill>
          <a:ln w="12700">
            <a:solidFill>
              <a:srgbClr val="3B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0" y="777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Web 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Курсовой проект Канбан Доски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5733288" y="3840480"/>
            <a:ext cx="713232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" y="48394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ru-RU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Выполнили </a:t>
            </a:r>
            <a:r>
              <a:rPr lang="ru-RU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ст.гр</a:t>
            </a:r>
            <a:r>
              <a:rPr lang="ru-RU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ПРИ-123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endParaRPr lang="ru-RU" sz="16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Парфёнов Роман </a:t>
            </a:r>
            <a:endParaRPr lang="ru-RU" sz="16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r">
              <a:buNone/>
            </a:pP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Степанцева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Екатерина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19" y="1676803"/>
            <a:ext cx="10452628" cy="416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условиях высокой сложности строительных проектов, где задействованы десятки специалистов и сотни взаимосвязанных задач, эффективное управление процессами становится ключевым фактором успеха. Традиционные методы планирования часто не справляются с динамикой строительного производства, что приводит к задержкам и перерасходу ресурсов. Канбан-доска, разрабатываемая для строительной компании, призвана решить эту проблему, обеспечивая визуализацию, контроль и оперативность в управлении проектами.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ОБЗОР СИСТЕМЫ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6144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232" y="2487857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Веб-приложение для организации рабочих процессов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методологии Kanban в рамках командных проектов.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37033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командами и ролями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Гибкая настройка Kanban-досок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 задач (Drag-and-drop)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аудита и истории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0" y="2331720"/>
            <a:ext cx="5212080" cy="260604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06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Архитектурный подход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66560" y="37033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Клиент-серверная архитектура (SPA + REST API)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использованием монорепозитория для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удобства разработки и деплоя.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6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бэкенда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63640" y="22402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HTTP и валидация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2743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 и транзакции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3246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через Spring Data JPA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63640" y="37490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с Liquibase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4297680"/>
            <a:ext cx="5486400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4526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 с Zustand для управления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состоянием.</a:t>
            </a:r>
            <a:endParaRPr lang="en-US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95D5C4-B6D4-F0B2-ACFD-96FD0BF82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17" y="1682788"/>
            <a:ext cx="5456376" cy="349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ТЕХНОЛОГИЙ: BACKEND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088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8" y="3108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92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/ Spring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092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4.0.2, Spring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JWT, Data JPA.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420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8" y="31089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424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2424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8.0+, Hibernate ORM,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Liquibase для миграций.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0752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568" y="31089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756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42756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MapStruct, Jakarta Validation,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Maven, BCrypt.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ТЕХНОЛОГИЙ: FRONTEND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088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8" y="3108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92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092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как сборщик, TanStack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для кэширования.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420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48" y="31089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2424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&amp; UX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2424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CSS, dnd-kit (D&amp;D),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07528" y="27889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568" y="31089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7568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Form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427568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Zustand, React Hook Form, Zod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схем.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СУЩНОСТИ (ENTITIES)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2468880"/>
            <a:ext cx="10765231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971800"/>
            <a:ext cx="10765231" cy="228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Сущность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90672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9792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90672" y="30632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 пользователя, аватар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79792" y="3063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Many-to-Many с GroupTeam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630168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41141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GroupTeam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0672" y="3641141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(корневой агрегат)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9792" y="3641141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 с Boards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4208069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21904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90672" y="421904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Kanban-доска в группе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79792" y="421904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One-to-Many с Columns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4785970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79694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90672" y="479694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(приоритет, дедлайн, статус)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9792" y="479694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Many-to-One к Column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БАЗЫ ДАННЫХ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50592"/>
            <a:ext cx="73152" cy="73152"/>
          </a:xfrm>
          <a:prstGeom prst="ellipse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62072"/>
            <a:ext cx="73152" cy="73152"/>
          </a:xfrm>
          <a:prstGeom prst="ellipse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364992"/>
            <a:ext cx="73152" cy="73152"/>
          </a:xfrm>
          <a:prstGeom prst="ellipse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76472"/>
            <a:ext cx="73152" cy="73152"/>
          </a:xfrm>
          <a:prstGeom prst="ellipse">
            <a:avLst/>
          </a:prstGeom>
          <a:solidFill>
            <a:srgbClr val="0F1A33"/>
          </a:solidFill>
          <a:ln w="12700">
            <a:solidFill>
              <a:srgbClr val="0F1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таблиц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схеме MySQL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</a:t>
            </a: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составных ключей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(Embeddable) для связей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Индексы по </a:t>
            </a: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внешним ключам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Каскадное удаление и ограничения FK</a:t>
            </a:r>
            <a:endParaRPr lang="en-US" sz="1400" dirty="0"/>
          </a:p>
        </p:txBody>
      </p:sp>
      <p:pic>
        <p:nvPicPr>
          <p:cNvPr id="18" name="Рисунок 17" descr="Изображение выглядит как текст, диаграмма, Параллельный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2F93D09-F305-5CC9-680B-DC990BC0F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26" y="0"/>
            <a:ext cx="52320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358859"/>
            <a:ext cx="6400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883920" y="221699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ИНТЕРФЕЙС: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</a:t>
            </a:r>
            <a:endParaRPr lang="en-US" sz="4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13B336-5176-3949-5ADA-6A1D7349C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95" y="1906438"/>
            <a:ext cx="9381009" cy="46145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JWT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Authentication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2240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 Cookies: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XSS атак для хранения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токенов.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2461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Token: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(краткий) и Refresh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(длительный) токены.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0" y="4251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Надежное хэширование паролей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пользователей.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5257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Настроенная политика доступа только для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доверенных доменов.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И СЕРВИСЫ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0888" y="27432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928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Service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0928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прав: </a:t>
            </a: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requireAdmin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
</a:t>
            </a: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isMember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Гарантирует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данных на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уровне методов.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4208" y="27432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4248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Service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4248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UUID-токенов,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срока жизни ссылок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EMAIL-рассылок.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7528" y="27432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7568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Service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27568" y="37490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Абстракция над хранилищем.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Local Disk, готова 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переходу на S3.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REST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2606040"/>
            <a:ext cx="10765231" cy="5029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3108960"/>
            <a:ext cx="10765231" cy="228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70832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48272" y="2606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3200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70832" y="3200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48272" y="3200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и установка cookies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3767328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778301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/groupteams/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0832" y="3778301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48272" y="3778301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командами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4345229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35620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/boards/{id}/columns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0832" y="435620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435620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и переименование колонок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4923130"/>
            <a:ext cx="10765231" cy="10973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93410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/boards/{id}/tasks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70832" y="493410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POST/PUT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48272" y="493410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управления задачей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E9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будет </a:t>
            </a:r>
            <a:r>
              <a:rPr lang="ru-RU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скринкаст</a:t>
            </a:r>
            <a:r>
              <a:rPr lang="ru-RU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(Наверное)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И АУДИТ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377440"/>
            <a:ext cx="107652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фиксирует каждое значимое изменение задачи через механизм </a:t>
            </a:r>
            <a:r>
              <a:rPr lang="en-US" sz="16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ApplicationEventPublisher</a:t>
            </a:r>
            <a:r>
              <a:rPr lang="en-US" sz="16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4133088"/>
            <a:ext cx="9448495" cy="22860"/>
          </a:xfrm>
          <a:prstGeom prst="rect">
            <a:avLst/>
          </a:prstGeom>
          <a:solidFill>
            <a:srgbClr val="E2E7EE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3790" y="4023360"/>
            <a:ext cx="237744" cy="23774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2502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2502" y="4800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автора и времени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95914" y="4023360"/>
            <a:ext cx="237744" cy="23774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4626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4626" y="4800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Логирование "Old Value" 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Value"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58038" y="4023360"/>
            <a:ext cx="237744" cy="23774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675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96750" y="4800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Отслеживание смены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колонок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20161" y="4023360"/>
            <a:ext cx="237744" cy="23774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8873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8873" y="4800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Активность пользователей 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задаче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5029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11247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ОШИБОК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2606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606040"/>
            <a:ext cx="5120640" cy="64008"/>
          </a:xfrm>
          <a:prstGeom prst="rect">
            <a:avLst/>
          </a:prstGeom>
          <a:solidFill>
            <a:srgbClr val="E94747"/>
          </a:solidFill>
          <a:ln w="12700">
            <a:solidFill>
              <a:srgbClr val="E947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Exception Handler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3272" y="3383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</a:t>
            </a: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централизованного перехвата исключений.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606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4F6F9"/>
          </a:solidFill>
          <a:ln w="12700">
            <a:solidFill>
              <a:srgbClr val="EBEE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606040"/>
            <a:ext cx="5120640" cy="64008"/>
          </a:xfrm>
          <a:prstGeom prst="rect">
            <a:avLst/>
          </a:prstGeom>
          <a:solidFill>
            <a:srgbClr val="F4A828"/>
          </a:solidFill>
          <a:ln w="12700">
            <a:solidFill>
              <a:srgbClr val="F4A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Кастомные исключения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3383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Иерархия от </a:t>
            </a:r>
            <a:r>
              <a:rPr lang="en-US" sz="1400" dirty="0">
                <a:solidFill>
                  <a:srgbClr val="0F1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ApiException</a:t>
            </a: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404 (Not Found), 403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(Denied), 409 (Conflict).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4663440"/>
            <a:ext cx="10765231" cy="640080"/>
          </a:xfrm>
          <a:prstGeom prst="roundRect">
            <a:avLst>
              <a:gd name="adj" fmla="val 1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6344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"status": 403, "error": "Access Denied", "message": "You are not an admin of this group" 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Парфёнов Роман | Степанцева Екатерина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610</Words>
  <Application>Microsoft Office PowerPoint</Application>
  <PresentationFormat>Широкоэкранный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 Board Application</dc:title>
  <dc:subject>PptxGenJS Presentation</dc:subject>
  <dc:creator>Парфёнов Роман, Степанцева Екатерина</dc:creator>
  <cp:lastModifiedBy>Роман парфёнов</cp:lastModifiedBy>
  <cp:revision>9</cp:revision>
  <dcterms:created xsi:type="dcterms:W3CDTF">2026-05-03T18:05:07Z</dcterms:created>
  <dcterms:modified xsi:type="dcterms:W3CDTF">2026-05-03T20:15:16Z</dcterms:modified>
</cp:coreProperties>
</file>